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Influencer Marketing Analytics Tool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Presentation</a:t>
            </a:r>
          </a:p>
          <a:p>
            <a:r>
              <a:t>Analyzing Influencer Campaign Performance</a:t>
            </a:r>
          </a:p>
          <a:p>
            <a:r>
              <a:t>Prepared by: Ankush Kumar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Influencer marketing helps brands reach audiences through trusted social media personalities.</a:t>
            </a:r>
          </a:p>
          <a:p>
            <a:r>
              <a:t>However, brands must measure campaign performance to ensure good ROI.</a:t>
            </a:r>
          </a:p>
          <a:p>
            <a:r>
              <a:t>This project focuses on building an analytics tool to track influencer campaign results.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Identify high-performing influencers</a:t>
            </a:r>
          </a:p>
          <a:p>
            <a:r>
              <a:t>• Track campaign engagement and reach</a:t>
            </a:r>
          </a:p>
          <a:p>
            <a:r>
              <a:t>• Measure conversions and ROI</a:t>
            </a:r>
          </a:p>
          <a:p>
            <a:r>
              <a:t>• Analyze audience response to content</a:t>
            </a:r>
          </a:p>
          <a:p>
            <a:r>
              <a:t>• Provide recommendations for future campaigns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Industry / Niche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Selected Industry: Lifestyle &amp; Event Promotion</a:t>
            </a:r>
          </a:p>
          <a:p/>
          <a:p>
            <a:r>
              <a:t>Common platforms:</a:t>
            </a:r>
          </a:p>
          <a:p>
            <a:r>
              <a:t>• Instagram</a:t>
            </a:r>
          </a:p>
          <a:p>
            <a:r>
              <a:t>• YouTube</a:t>
            </a:r>
          </a:p>
          <a:p>
            <a:r>
              <a:t>• Short-form video platforms</a:t>
            </a:r>
          </a:p>
          <a:p/>
          <a:p>
            <a:r>
              <a:t>Used for promoting events, resorts, experiences and entertainment.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Identifying Influencers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Influencers were selected based on:</a:t>
            </a:r>
          </a:p>
          <a:p>
            <a:r>
              <a:t>• Follower count</a:t>
            </a:r>
          </a:p>
          <a:p>
            <a:r>
              <a:t>• Engagement rate</a:t>
            </a:r>
          </a:p>
          <a:p>
            <a:r>
              <a:t>• Audience demographics</a:t>
            </a:r>
          </a:p>
          <a:p>
            <a:r>
              <a:t>• Content quality</a:t>
            </a:r>
          </a:p>
          <a:p>
            <a:r>
              <a:t>• Relevance to the campaign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Collection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collected from influencer posts includes:</a:t>
            </a:r>
          </a:p>
          <a:p>
            <a:r>
              <a:t>• Follower growth</a:t>
            </a:r>
          </a:p>
          <a:p>
            <a:r>
              <a:t>• Likes</a:t>
            </a:r>
          </a:p>
          <a:p>
            <a:r>
              <a:t>• Comments</a:t>
            </a:r>
          </a:p>
          <a:p>
            <a:r>
              <a:t>• Shares</a:t>
            </a:r>
          </a:p>
          <a:p>
            <a:r>
              <a:t>• Reach</a:t>
            </a:r>
          </a:p>
          <a:p>
            <a:r>
              <a:t>• Story views</a:t>
            </a:r>
          </a:p>
          <a:p>
            <a:r>
              <a:t>• Website clicks</a:t>
            </a:r>
          </a:p>
          <a:p>
            <a:r>
              <a:t>• Conversions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analytics dashboard tracks:</a:t>
            </a:r>
          </a:p>
          <a:p>
            <a:r>
              <a:t>• Total Reach</a:t>
            </a:r>
          </a:p>
          <a:p>
            <a:r>
              <a:t>• Engagement Rate</a:t>
            </a:r>
          </a:p>
          <a:p>
            <a:r>
              <a:t>• Cost Per Engagement (CPE)</a:t>
            </a:r>
          </a:p>
          <a:p>
            <a:r>
              <a:t>• Conversion Rate</a:t>
            </a:r>
          </a:p>
          <a:p>
            <a:r>
              <a:t>• ROI of influencer campaigns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Engagement Rate Formula:</a:t>
            </a:r>
          </a:p>
          <a:p>
            <a:r>
              <a:t>(Likes + Comments + Shares) ÷ Followers × 100</a:t>
            </a:r>
          </a:p>
          <a:p/>
          <a:p>
            <a:r>
              <a:t>This helps determine how actively the audience interacts with influencer content.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Micro-influencers often have higher engagement</a:t>
            </a:r>
          </a:p>
          <a:p>
            <a:r>
              <a:t>• Video content performs better than images</a:t>
            </a:r>
          </a:p>
          <a:p>
            <a:r>
              <a:t>• Local influencers drive better event conversions</a:t>
            </a:r>
          </a:p>
          <a:p>
            <a:r>
              <a:t>• Instagram reels generate strong reach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Partner with influencers having strong engagement</a:t>
            </a:r>
          </a:p>
          <a:p>
            <a:r>
              <a:t>• Use reels and short-form video</a:t>
            </a:r>
          </a:p>
          <a:p>
            <a:r>
              <a:t>• Track campaigns using promo codes or links</a:t>
            </a:r>
          </a:p>
          <a:p>
            <a:r>
              <a:t>• Monitor results using real-time dashboards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Influencer Marketing Analytics Tool helps brands measure campaign performance.</a:t>
            </a:r>
          </a:p>
          <a:p>
            <a:r>
              <a:t>By analyzing engagement, reach, and conversions, businesses can choose the most effective influencers and maximize ROI.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